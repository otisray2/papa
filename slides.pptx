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334500" cy="5257800"/>
  <p:notesSz cx="5257800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5" d="100"/>
          <a:sy n="165" d="100"/>
        </p:scale>
        <p:origin x="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552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Macintosh PowerPoint</Application>
  <PresentationFormat>Aangepast</PresentationFormat>
  <Paragraphs>8</Paragraphs>
  <Slides>8</Slides>
  <Notes>8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1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 doet mijn papa? - Slidev</dc:title>
  <dc:subject>&lt;h2&gt;Het beroep van mijn papa&lt;/h2&gt;
</dc:subject>
  <dc:creator>PptxGenJS</dc:creator>
  <cp:lastModifiedBy>SEGERS, Maarten</cp:lastModifiedBy>
  <cp:revision>1</cp:revision>
  <dcterms:created xsi:type="dcterms:W3CDTF">2026-02-11T19:50:12Z</dcterms:created>
  <dcterms:modified xsi:type="dcterms:W3CDTF">2026-02-11T19:51:19Z</dcterms:modified>
</cp:coreProperties>
</file>